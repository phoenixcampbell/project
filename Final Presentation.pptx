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our project we partnered with Dr. Zwach in a project that had already been started to assign DSU Faculty to courses while finding the best course schedule for all instructors.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ebe9d8b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ebe9d8b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college </a:t>
            </a:r>
            <a:r>
              <a:rPr lang="en"/>
              <a:t>institutions</a:t>
            </a:r>
            <a:r>
              <a:rPr lang="en"/>
              <a:t> place instructors into courses?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they value tenure, years of experience etc.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ebe9d8bc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ebe9d8bc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ebe9d8bc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ebe9d8bc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done by finding the current courses being offered in said semester.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the ensure that all information is </a:t>
            </a:r>
            <a:r>
              <a:rPr lang="en"/>
              <a:t>accessible</a:t>
            </a:r>
            <a:r>
              <a:rPr lang="en"/>
              <a:t> to instructors with a DSU login only.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instructors then input their class preferences which are then added to a csv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programs algo then finds the best schedule for all of the instructors that have given their </a:t>
            </a:r>
            <a:r>
              <a:rPr lang="en"/>
              <a:t>input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best schedule is then able to be downloaded as an </a:t>
            </a:r>
            <a:r>
              <a:rPr lang="en"/>
              <a:t>excel</a:t>
            </a:r>
            <a:r>
              <a:rPr lang="en"/>
              <a:t> file.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ebe9d8bc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ebe9d8bc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ebe9d8bc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ebe9d8bc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were able to take the input from the instructors and their </a:t>
            </a:r>
            <a:r>
              <a:rPr lang="en"/>
              <a:t>preferences</a:t>
            </a:r>
            <a:r>
              <a:rPr lang="en"/>
              <a:t> provided and combine it into a single variable.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fd1762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efd1762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variables that we initially set to determine an instructors placement can also have their weights changed to place stronger importance on tenure, desire etc.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efd17622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efd17622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UgLtJvVh2UWZiCziV7rnScx0qcnwCp3K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29500" y="18085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Faculty Match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6350"/>
            <a:ext cx="9144003" cy="403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5100" y="433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The Problem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91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There is no clear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solution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 to assigning professors to courses.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63" name="Google Shape;63;p14" title="farley 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400" y="1170125"/>
            <a:ext cx="4449900" cy="33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Proposed Solution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Create a user interface where instructors can input their class preference, as well as their </a:t>
            </a:r>
            <a:r>
              <a:rPr lang="en">
                <a:solidFill>
                  <a:schemeClr val="lt1"/>
                </a:solidFill>
              </a:rPr>
              <a:t>familiarity</a:t>
            </a:r>
            <a:r>
              <a:rPr lang="en">
                <a:solidFill>
                  <a:schemeClr val="lt1"/>
                </a:solidFill>
              </a:rPr>
              <a:t> with the content and desire to teach a course.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This will then find a course schedule for all instructors who have program their </a:t>
            </a:r>
            <a:r>
              <a:rPr lang="en">
                <a:solidFill>
                  <a:schemeClr val="lt1"/>
                </a:solidFill>
              </a:rPr>
              <a:t>preferences</a:t>
            </a:r>
            <a:r>
              <a:rPr lang="en">
                <a:solidFill>
                  <a:schemeClr val="lt1"/>
                </a:solidFill>
              </a:rPr>
              <a:t>.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Implementation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093775"/>
            <a:ext cx="346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-Pull course data from bim.inclass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-Create a faculty login requirement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-Store Faculty </a:t>
            </a:r>
            <a:r>
              <a:rPr lang="en">
                <a:solidFill>
                  <a:schemeClr val="lt1"/>
                </a:solidFill>
              </a:rPr>
              <a:t>preferences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-Find best schedule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6" name="Google Shape;76;p16" title="Drake 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8500" y="1170125"/>
            <a:ext cx="4973100" cy="33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Demo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195600" cy="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350" y="1170125"/>
            <a:ext cx="75625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25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We were able to take the instructors preferences in courses and rank them.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0" name="Google Shape;90;p18" title="befo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5000" y="1170125"/>
            <a:ext cx="4979201" cy="160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aft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5000" y="3082600"/>
            <a:ext cx="5214074" cy="1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Ways to improve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-Add more </a:t>
            </a:r>
            <a:r>
              <a:rPr lang="en">
                <a:solidFill>
                  <a:schemeClr val="lt1"/>
                </a:solidFill>
              </a:rPr>
              <a:t>variables</a:t>
            </a:r>
            <a:r>
              <a:rPr lang="en">
                <a:solidFill>
                  <a:schemeClr val="lt1"/>
                </a:solidFill>
              </a:rPr>
              <a:t> to make the sorting algorithm more comprehensive. Such as adding research </a:t>
            </a:r>
            <a:r>
              <a:rPr lang="en">
                <a:solidFill>
                  <a:schemeClr val="lt1"/>
                </a:solidFill>
              </a:rPr>
              <a:t>interests</a:t>
            </a:r>
            <a:r>
              <a:rPr lang="en">
                <a:solidFill>
                  <a:schemeClr val="lt1"/>
                </a:solidFill>
              </a:rPr>
              <a:t> etc..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-We still need to pull </a:t>
            </a:r>
            <a:r>
              <a:rPr lang="en">
                <a:solidFill>
                  <a:schemeClr val="lt1"/>
                </a:solidFill>
              </a:rPr>
              <a:t>instructors</a:t>
            </a:r>
            <a:r>
              <a:rPr lang="en">
                <a:solidFill>
                  <a:schemeClr val="lt1"/>
                </a:solidFill>
              </a:rPr>
              <a:t> tenure from DSU.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Questions?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